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5F5F5"/>
                </a:solidFill>
                <a:latin typeface="Microsoft YaHei"/>
                <a:ea typeface="Microsoft YaHei"/>
              </a:rPr>
              <a:t>图片对比查看器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38BDF8"/>
                </a:solidFill>
                <a:latin typeface="Microsoft YaHei"/>
                <a:ea typeface="Microsoft YaHei"/>
              </a:rPr>
              <a:t>ISP / 相机 tuning 工程师一体化工具 · 使用教程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3A3AD"/>
                </a:solidFill>
                <a:latin typeface="Microsoft YaHei"/>
                <a:ea typeface="Microsoft YaHei"/>
              </a:rPr>
              <a:t>图片对比  ·  RAW 调试  ·  色卡分析  ·  图像测量  ·  Gamma / CCM 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3A3AD"/>
                </a:solidFill>
                <a:latin typeface="Microsoft YaHei"/>
                <a:ea typeface="Microsoft YaHei"/>
              </a:rPr>
              <a:t>单文件便携版 · 免安装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六大功能一页看懂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左上角「🖼️ 图片对比查看器 ▾」菜单进入各功能页，「← 返回」回到查看器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895"/>
                <a:gridCol w="1996579"/>
                <a:gridCol w="6488884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功能页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面向场景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核心能力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🖼️ 图片查看器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日常对比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多图/覆盖对比、EXIF、框选统计、直方图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🎯 色卡分析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CCM 验证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ColorChecker 24 色四点标定、ΔE、白平衡增益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📊 图像分析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客观测量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差异热力图、shading、过曝裁切、噪声/SNR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🔬 RAW 实验室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底层调试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RAW/YUV 裸数据 + ISP 参数链实时预览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📈 Gamma 转换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平台互转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MTK ↔ QCOM，曲线可视化 + HDR 参考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🎨 CCM 转换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寄存器数据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Hex ↔ Dec 互转、矩阵与颜色预览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安装与运行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只有一个 exe，双击即用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Microsoft YaHei"/>
                <a:ea typeface="Microsoft YaHei"/>
              </a:rPr>
              <a:t>▸ 运行环境：64 位 Windows 10 / 11</a:t>
            </a:r>
          </a:p>
          <a:p>
            <a:pPr algn="l"/>
            <a:r>
              <a:rPr sz="1800" b="1">
                <a:solidFill>
                  <a:srgbClr val="F5F5F5"/>
                </a:solidFill>
                <a:latin typeface="Microsoft YaHei"/>
                <a:ea typeface="Microsoft YaHei"/>
              </a:rPr>
              <a:t>▸ 分发：只需 图片对比查看器 0.0.0.exe（约 96MB）</a:t>
            </a:r>
          </a:p>
          <a:p>
            <a:pPr algn="l"/>
            <a:r>
              <a:rPr sz="1800" b="1">
                <a:solidFill>
                  <a:srgbClr val="F5F5F5"/>
                </a:solidFill>
                <a:latin typeface="Microsoft YaHei"/>
                <a:ea typeface="Microsoft YaHei"/>
              </a:rPr>
              <a:t>▸ 无任何依赖，运行时全部内置</a:t>
            </a:r>
          </a:p>
          <a:p>
            <a:pPr algn="l"/>
            <a:r>
              <a:rPr sz="1800" b="1">
                <a:solidFill>
                  <a:srgbClr val="F5F5F5"/>
                </a:solidFill>
                <a:latin typeface="Microsoft YaHei"/>
                <a:ea typeface="Microsoft YaHei"/>
              </a:rPr>
              <a:t>▸ 所有数据本地处理，不上传网络</a:t>
            </a:r>
          </a:p>
          <a:p>
            <a:pPr algn="l"/>
            <a:r>
              <a:rPr sz="1800" b="1">
                <a:solidFill>
                  <a:srgbClr val="F5F5F5"/>
                </a:solidFill>
                <a:latin typeface="Microsoft YaHei"/>
                <a:ea typeface="Microsoft YaHei"/>
              </a:rPr>
              <a:t>▸ 可直接把图片/裸数据文件拖入窗口加载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4937760" cy="384048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Microsoft YaHei"/>
                <a:ea typeface="Microsoft YaHei"/>
              </a:rPr>
              <a:t>⚠ 首次运行 SmartScreen 警告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程序未购买代码签名证书，Windows 会弹蓝色警告——</a:t>
            </a:r>
          </a:p>
          <a:p>
            <a:pPr algn="l"/>
            <a:r>
              <a:rPr sz="1500" b="1">
                <a:solidFill>
                  <a:srgbClr val="F5F5F5"/>
                </a:solidFill>
                <a:latin typeface="Microsoft YaHei"/>
                <a:ea typeface="Microsoft YaHei"/>
              </a:rPr>
              <a:t>这不是病毒。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点「更多信息」→「仍要运行」即可，</a:t>
            </a:r>
          </a:p>
          <a:p>
            <a:pPr algn="l"/>
            <a:r>
              <a:rPr sz="1500" b="0">
                <a:solidFill>
                  <a:srgbClr val="A3A3AD"/>
                </a:solidFill>
                <a:latin typeface="Microsoft YaHei"/>
                <a:ea typeface="Microsoft YaHei"/>
              </a:rPr>
              <a:t>仅此一次，之后双击直接打开。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图片查看器 ①：加载与鼠标操作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5852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操作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功能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左键拖拽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平移图片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右键拖拽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框选区域 → 右侧统计切换为「框选区域」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右键单击（不拖）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清除选区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滚轮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以光标为中心缩放（10% ~ 4000%）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拖文件入窗口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加载图片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737360"/>
            <a:ext cx="47548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</a:rPr>
              <a:t>▸ 左侧图片列表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所有已导入图片，点击切换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当前激活图始终占网格第一格</a:t>
            </a:r>
          </a:p>
          <a:p>
            <a:pPr algn="l"/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</a:rPr>
              <a:t>▸ 布局 1 / 2 / 4 / 6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激活图 + 导入顺序填满其余格</a:t>
            </a:r>
          </a:p>
          <a:p>
            <a:pPr algn="l"/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</a:rPr>
              <a:t>▸ 快捷键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框选、缩放、平移与图片查看器一致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图片查看器 ②：覆盖对比与统计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</a:rPr>
              <a:t>▸ 覆盖对比（B 图叠加到 A 图位置）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下拉框选 A / B，分割线左右划擦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B 不透明度滑块 0~100% 混合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缩放/拖动同步作用于叠加图</a:t>
            </a:r>
          </a:p>
          <a:p>
            <a:pPr algn="l"/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</a:rPr>
              <a:t>▸ 右侧信息栏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EXIF：曝光/ISO/光圈/镜头等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图像统计：直方图、均值、σ、Lab/HSV/HSL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  · RAW 图额外显示 R/Gr/Gb/B 通道直方图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5029200" cy="411480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</a:rPr>
              <a:t>典型用法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① 同场景拍 tuning 前后两张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② 布局 2 左右并排看整体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③ 覆盖对比 + 拖分割线看局部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④ 右键框选关键区域比统计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</a:rPr>
              <a:t>ΔE 级精度对比请用「📊 图像分析」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RAW 实验室 ①：导入裸数据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对话框选择，或直接把文件拖进页面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86968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支持格式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Bayer RAW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MIPI RAW10 / 12 / 14（packed）；16 位 unpacked（有效位深 10/12/14，低/高位对齐）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YUV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NV12 / NV21 / I420 / YV12 / UYVY / YUYV（支持 stride）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Bayer 排列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RGGB / BGGR / GRBG / GBRG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Microsoft YaHei"/>
                <a:ea typeface="Microsoft YaHei"/>
              </a:rPr>
              <a:t>▸ 必填宽高（偶数）；文件大小与预期帧自动比对，不足报错、偏大警告截取</a:t>
            </a:r>
          </a:p>
          <a:p>
            <a:pPr algn="l"/>
            <a:r>
              <a:rPr sz="1600" b="1">
                <a:solidFill>
                  <a:srgbClr val="F5F5F5"/>
                </a:solidFill>
                <a:latin typeface="Microsoft YaHei"/>
                <a:ea typeface="Microsoft YaHei"/>
              </a:rPr>
              <a:t>▸ 格式参数自动记忆——重开程序仍在，拖放导入直接沿用上次的设定</a:t>
            </a:r>
          </a:p>
          <a:p>
            <a:pPr algn="l"/>
            <a:r>
              <a:rPr sz="1600" b="1">
                <a:solidFill>
                  <a:srgbClr val="F5F5F5"/>
                </a:solidFill>
                <a:latin typeface="Microsoft YaHei"/>
                <a:ea typeface="Microsoft YaHei"/>
              </a:rPr>
              <a:t>▸ 导入后图像与照片同等待遇：缩放/拖动/框选统计/直方图全部可用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RAW 实验室 ②：ISP 参数链实时预览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调节后 180ms 防抖刷新，全分辨率处理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935"/>
                <a:gridCol w="1844565"/>
                <a:gridCol w="6455979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范围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作用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显示 Gamma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0.5 ~ 3.5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1.0=线性看原始数据；快捷 线性/2.2/2.4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总增益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0.1× ~ 16×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数字增益，滑块右侧可直接键入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R/G/B 通道增益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0.1 ~ 4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模拟 AWB 增益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Shading 校正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0 ~ 80%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径向增益补偿镜头阴影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CCM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3×3 小数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色彩校正矩阵，一键重置单位阵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3A3AD"/>
                </a:solidFill>
                <a:latin typeface="Microsoft YaHei"/>
                <a:ea typeface="Microsoft YaHei"/>
              </a:rPr>
              <a:t>处理链：增益（总+通道）→ shading → CCM → gamma；直方图反映增益后、CCM/gamma 前的线性数据</a:t>
            </a:r>
          </a:p>
          <a:p>
            <a:pPr algn="l"/>
            <a:r>
              <a:rPr sz="1500" b="0">
                <a:solidFill>
                  <a:srgbClr val="38BDF8"/>
                </a:solidFill>
                <a:latin typeface="Microsoft YaHei"/>
                <a:ea typeface="Microsoft YaHei"/>
              </a:rPr>
              <a:t>典型流程：线性 gamma 看原始 → 调 R/B 增益对齐直方图三通道 → 切 2.2 gamma 看效果 → 套 CCM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色卡分析 ①：四步出结果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ColorChecker Classic 24 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82296" cy="8686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078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  <a:latin typeface="Microsoft YaHei"/>
                <a:ea typeface="Microsoft YaHei"/>
              </a:rPr>
              <a:t>①  拍摄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92224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Microsoft YaHei"/>
                <a:ea typeface="Microsoft YaHei"/>
              </a:rPr>
              <a:t>正对色卡、光照均匀、无反光，占画面一定比例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82296" cy="868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4378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Microsoft YaHei"/>
                <a:ea typeface="Microsoft YaHei"/>
              </a:rPr>
              <a:t>②  加载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35224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Microsoft YaHei"/>
                <a:ea typeface="Microsoft YaHei"/>
              </a:rPr>
              <a:t>打开图片或拖入页面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82296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8678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Microsoft YaHei"/>
                <a:ea typeface="Microsoft YaHei"/>
              </a:rPr>
              <a:t>③  标定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078224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Microsoft YaHei"/>
                <a:ea typeface="Microsoft YaHei"/>
              </a:rPr>
              <a:t>点「开始标定」→ 按 左上→右上→右下→左下 点击色卡外沿四角（支持轻微透视）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66360"/>
            <a:ext cx="82296" cy="86868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978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72B6"/>
                </a:solidFill>
                <a:latin typeface="Microsoft YaHei"/>
                <a:ea typeface="Microsoft YaHei"/>
              </a:rPr>
              <a:t>④  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221224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Microsoft YaHei"/>
                <a:ea typeface="Microsoft YaHei"/>
              </a:rPr>
              <a:t>第四角点完自动出结果，画面叠加 4×6 网格编号供核对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色卡分析 ②：结果解读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39319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判读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平均/最大 ΔE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与 X-Rite 参考值的色差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&lt;3 绿 优秀 / &lt;6 黄 可接受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WB 增益 R/G·B/G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白块+中性灰估计的增益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直接对照 AWB 日志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中性灰曝光比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测量/参考亮度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100% = 曝光准确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Microsoft YaHei"/>
                <a:ea typeface="Microsoft YaHei"/>
              </a:rPr>
              <a:t>▸ a*b* 散点图：点=测量、圈=参考，偏移方向即偏色方向，连线长度=误差大小</a:t>
            </a:r>
          </a:p>
          <a:p>
            <a:pPr algn="l"/>
            <a:r>
              <a:rPr sz="1600" b="1">
                <a:solidFill>
                  <a:srgbClr val="F5F5F5"/>
                </a:solidFill>
                <a:latin typeface="Microsoft YaHei"/>
                <a:ea typeface="Microsoft YaHei"/>
              </a:rPr>
              <a:t>▸ 逐格表：24 格测量 RGB 与 ΔE，快速定位问题色（肤色/蓝/绿常见超标）</a:t>
            </a:r>
          </a:p>
          <a:p>
            <a:pPr algn="l"/>
            <a:r>
              <a:rPr sz="1600" b="1">
                <a:solidFill>
                  <a:srgbClr val="FBBF24"/>
                </a:solidFill>
                <a:latin typeface="Microsoft YaHei"/>
                <a:ea typeface="Microsoft YaHei"/>
              </a:rPr>
              <a:t>▸ 口径提醒：相机 RGB 未做光谱适配，绝对 ΔE 偏大——用法是不同 CCM 版本间比相对优劣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图像分析 ①：差异对比 · Shading 测量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57800" cy="429768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72B6"/>
                </a:solidFill>
                <a:latin typeface="Microsoft YaHei"/>
                <a:ea typeface="Microsoft YaHei"/>
              </a:rPr>
              <a:t>① 差异对比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选 A/B 图 → 生成 |A−B| ×1~16 热力图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统计 mean|Δ|、meanΔ、最大差、平均 ΔE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右键框选后生成 → 区域限定统计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调参前后「差多少」量化对比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45920"/>
            <a:ext cx="5166360" cy="429768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Microsoft YaHei"/>
                <a:ea typeface="Microsoft YaHei"/>
              </a:rPr>
              <a:t>② Shading 测量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均匀灰场图一键分五区（中心+四角）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每区 Y 均值、R/G、B/G 比值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角/中心亮度比范围 + 不均匀 %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LSC 调参与色彩 shading 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图像分析 ②：过曝裁切 · 噪声/SNR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57800" cy="429768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Microsoft YaHei"/>
                <a:ea typeface="Microsoft YaHei"/>
              </a:rPr>
              <a:t>③ 过曝/饱和裁切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8463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阈值 240~255 可调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分通道统计裁切像素数与百分比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蒙版视图：黑底按通道颜色高亮裁切点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查 HDR 合成缝隙、gamma 拐点裁切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45920"/>
            <a:ext cx="5166360" cy="429768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Microsoft YaHei"/>
                <a:ea typeface="Microsoft YaHei"/>
              </a:rPr>
              <a:t>④ 噪声 / SNR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右键框选平坦区域（避开边缘纹理）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3×3 high-pass 去场景后估 σ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分通道 σ / SNR(dB) / 亮度 SNR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Microsoft YaHei"/>
                <a:ea typeface="Microsoft YaHei"/>
              </a:rPr>
              <a:t>    · 选对比图同坐标测 → 自动 ΔSNR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Gamma 转换 ①：MTK ↔ QCOM 互转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与 Python 原版输出逐位一致（PCHIP 复刻 scipy 浮点顺序）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94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</a:rPr>
              <a:t>▸ 方向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MTK → QCOM：输入 256 组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QCOM → MTK：输入 257 组</a:t>
            </a:r>
          </a:p>
          <a:p>
            <a:pPr algn="l"/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</a:rPr>
              <a:t>▸ 输入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十进制：空格/逗号/换行分隔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MTK 方向可勾选十六进制（粘 dump）</a:t>
            </a:r>
          </a:p>
          <a:p>
            <a:pPr algn="l"/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</a:rPr>
              <a:t>▸ 输出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一键复制；组数不符红字提示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91640"/>
            <a:ext cx="5029200" cy="411480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</a:rPr>
              <a:t>可信度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· MTK→QCOM 为整数运算，天然一致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· QCOM→MTK 的 PCHIP 逐位复刻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scipy 的求值/舍入顺序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· 12 组边界用例 + 100 条随机曲线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共 25,600 点 对拍零差异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1">
                <a:solidFill>
                  <a:srgbClr val="34D399"/>
                </a:solidFill>
                <a:latin typeface="Microsoft YaHei"/>
                <a:ea typeface="Microsoft YaHei"/>
              </a:rPr>
              <a:t>可放心替代命令行 Python 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Gamma 转换 ②：四层曲线对比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同一坐标系叠加，HDR/SDR 形态一目了然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292608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层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转换曲线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输入（蓝）/ 输出（粉）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粗实线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标准 γ 对比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输入 γ 值（最多 12 条）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彩色虚线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对比数据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粘贴 gamma 表 256/257 组（最多 6 条）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彩色实线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HDR 参考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+ PQ (ST 2084) / + HLG 一键添加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彩色实线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Microsoft YaHei"/>
                <a:ea typeface="Microsoft YaHei"/>
              </a:rPr>
              <a:t>▸ PQ 按 10000 nits 归一化：暗部极缓（一半码值压在 0~100 nit）——HDR10/10+/杜比视界共用</a:t>
            </a:r>
          </a:p>
          <a:p>
            <a:pPr algn="l"/>
            <a:r>
              <a:rPr sz="1500" b="1">
                <a:solidFill>
                  <a:srgbClr val="F5F5F5"/>
                </a:solidFill>
                <a:latin typeface="Microsoft YaHei"/>
                <a:ea typeface="Microsoft YaHei"/>
              </a:rPr>
              <a:t>▸ HLG：暗部=gamma 0.5，1/12 处平滑切入对数段——iPhone 杜比视界（Profile 8.4）所用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CCM 转换：Hex ↔ Dec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02412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3AD"/>
                </a:solidFill>
                <a:latin typeface="Microsoft YaHei"/>
                <a:ea typeface="Microsoft YaHei"/>
              </a:rPr>
              <a:t>MTK ISP6s / ISP4s 色彩校正矩阵，与原单文件工具结果一致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949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</a:rPr>
              <a:t>▸ Hex → Dec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粘 6 个 32 位十六进制值 → 3×3 矩阵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逐格显示 hex→dec；C++/纯十进制双输出</a:t>
            </a:r>
          </a:p>
          <a:p>
            <a:pPr algn="l"/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</a:rPr>
              <a:t>▸ Dec → Hex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9 个十进制值反向打包</a:t>
            </a:r>
          </a:p>
          <a:p>
            <a:pPr algn="l"/>
            <a:r>
              <a:rPr sz="1400" b="0">
                <a:solidFill>
                  <a:srgbClr val="F5F5F5"/>
                </a:solidFill>
                <a:latin typeface="Microsoft YaHei"/>
                <a:ea typeface="Microsoft YaHei"/>
              </a:rPr>
              <a:t>    · 越限 [-4096,4095] 自动截断并警告</a:t>
            </a:r>
          </a:p>
          <a:p>
            <a:pPr algn="l"/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</a:rPr>
              <a:t>▸ 支持批量多光源矩阵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91640"/>
            <a:ext cx="5029200" cy="411480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</a:rPr>
              <a:t>编码规则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· 每 32 位值：低 16 位=第 1 元素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  高 16 位=第 2 元素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· 13 位有符号：值 ≥ 4096 减 8192</a:t>
            </a:r>
          </a:p>
          <a:p>
            <a:pPr algn="l"/>
            <a:r>
              <a:rPr sz="8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颜色预览：9 个样本色经 CCM 前后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Microsoft YaHei"/>
                <a:ea typeface="Microsoft YaHei"/>
              </a:rPr>
              <a:t>色块对照，直观评估矩阵效果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常见问题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7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/>
                <a:gridCol w="758952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处理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SmartScreen 蓝色警告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更多信息 → 仍要运行（仅此一次，非病毒）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朋友打不开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确认 64 位 Win10/11；Mac/Linux 不支持此 exe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RAW 导入全黑/花屏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核对宽高、Bayer 排列、16 位对齐方式；先用小 dump 试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重新打包提示文件占用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关闭运行中的程序再打包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ΔE 整体偏大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相机 RGB 未做光谱适配，看相对趋势而非绝对值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Microsoft YaHei"/>
                <a:ea typeface="Microsoft YaHei"/>
              </a:rPr>
              <a:t>快捷键与结束语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52120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快捷键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位置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功能</a:t>
                      </a:r>
                    </a:p>
                  </a:txBody>
                  <a:tcPr marT="25400" marB="25400" marL="76200" marR="76200" anchor="ctr">
                    <a:solidFill>
                      <a:srgbClr val="0E749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滚轮 / 左键拖 / 右键框选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各图像区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缩放 / 平移 / 区域统计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Ctrl + Enter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Gamma、CCM 页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转换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Ctrl + Enter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Gamma 对比数据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Microsoft YaHei"/>
                          <a:ea typeface="Microsoft YaHei"/>
                        </a:rPr>
                        <a:t>添加对比</a:t>
                      </a:r>
                    </a:p>
                  </a:txBody>
                  <a:tcPr marT="25400" marB="25400" marL="76200" marR="76200" anchor="ctr">
                    <a:solidFill>
                      <a:srgbClr val="2626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8BDF8"/>
                </a:solidFill>
                <a:latin typeface="Microsoft YaHei"/>
                <a:ea typeface="Microsoft YaHei"/>
              </a:rPr>
              <a:t>数据说话：把「感觉变了」变成「ΔE 从 3.2 降到 1.8」</a:t>
            </a:r>
          </a:p>
          <a:p>
            <a:pPr algn="l"/>
            <a:r>
              <a:rPr sz="1000" b="0">
                <a:solidFill>
                  <a:srgbClr val="A3A3A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1500" b="0">
                <a:solidFill>
                  <a:srgbClr val="A3A3AD"/>
                </a:solidFill>
                <a:latin typeface="Microsoft YaHei"/>
                <a:ea typeface="Microsoft YaHei"/>
              </a:rPr>
              <a:t>教程与程序同步更新于 GitHub：github.com/dododo30/image-compare-viewer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3A3AD"/>
                </a:solidFill>
                <a:latin typeface="Microsoft YaHei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